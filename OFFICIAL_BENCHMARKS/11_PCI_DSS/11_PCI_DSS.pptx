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2026-10-02T09:24:53.465764Z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c69614431146d93e42dc3ef66a9e67a6e1bd0659abd5b97d311519cae4e5b365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2026-10-02T09:24:53.465764Z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