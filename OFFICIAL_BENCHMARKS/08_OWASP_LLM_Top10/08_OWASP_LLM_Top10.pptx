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2026-10-02T09:24:52.988857Z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bacb53fe9d270ef3efbbd66faf58c4b18224a7af42b0d2e201859b1947d79b3f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2026-10-02T09:24:52.988857Z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